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6030504020204" pitchFamily="3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37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EV Charging Demand &amp; Infrastructure Optimization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analytics to optimize station placement, reduce wait times, and maximize revenue across Indian cities.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45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86940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0E0EC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60080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Peak Detection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highest-demand charging hours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186940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0E0EC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260080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Utilization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81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station usage efficiency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186940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0E0EC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4137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260080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Hot Zones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81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high-demand locations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0604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540472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Forecasting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661535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 future charging demand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24" name="Shape 18"/>
          <p:cNvSpPr/>
          <p:nvPr/>
        </p:nvSpPr>
        <p:spPr>
          <a:xfrm>
            <a:off x="7655362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2528" y="540472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Optimize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661535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Maximize profit per station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24708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Architecture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28" y="1422797"/>
            <a:ext cx="12961025" cy="58323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7011" y="1817309"/>
            <a:ext cx="2268154" cy="35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Raw Data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87011" y="2267513"/>
            <a:ext cx="2268154" cy="25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Kaggle CSV dataset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6124" y="3253988"/>
            <a:ext cx="502390" cy="5023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30240" y="6063477"/>
            <a:ext cx="2280616" cy="35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Prep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30240" y="6513681"/>
            <a:ext cx="2280616" cy="51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EDA, cleaning, features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9354" y="5085959"/>
            <a:ext cx="502390" cy="5023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48545" y="1645562"/>
            <a:ext cx="2268154" cy="35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Storage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248545" y="2095766"/>
            <a:ext cx="2268154" cy="51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 to SQL database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5045" y="3204139"/>
            <a:ext cx="502390" cy="5023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91774" y="6063477"/>
            <a:ext cx="2268154" cy="35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491774" y="6513681"/>
            <a:ext cx="2268154" cy="51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 interactive dashboard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80887" y="5085959"/>
            <a:ext cx="502390" cy="50239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4628" y="7430095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flow from raw data to recruiter-ready insights using Python, SQL, and Power BI.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021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164437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4509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80716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Total Records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686651"/>
            <a:ext cx="36364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Charging sessions across India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0084" y="2164437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9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00730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0084" y="3686651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Station ID, City, Vehicle Type, Energy, Cost, Payment &amp; more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40078" y="4979432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10+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8640723" y="6011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Cities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40078" y="6501646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Delhi, Pune, Kolkata, Bangalore &amp; more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6840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Python EDA: Key Findings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32729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Peaks at 6–7 PM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Hour 18 leads with ₹1.65M. Sharp drop after 8 PM.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010501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Weekdays outperform weekends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 &amp; Bangalore top revenue cities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Indore &amp; Hyderabad highest utilization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80885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Location &amp; Utilization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Top Revenue Cities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Delhi leads at ₹2.5M. Ahmedabad &amp; Jaipur show emerging demand.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599521" y="4424482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D5D5D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335" y="4776192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36637" y="4707969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Indore &amp; Hyderabad have the highest median station utilization rates.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0829"/>
            <a:ext cx="57684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SQL Business Queries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3236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033236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Peak Hours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780949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Hours 18 &amp; 19 generate top revenue — ₹1.65M &amp; ₹1.63M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033236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033236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78094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₹17.67M across all 500 sessions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90862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990862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248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Peak vs Non-Peak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738574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Non-peak: ₹12.7M (72%) · Peak: ₹4.9M (28%)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990862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248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Top Stations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738574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ST443 leads at ₹99.6K; ST026 close behind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32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75648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₹17.67M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99288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275648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99288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Sessions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275648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0.07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99288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Utilization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₹17.54M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52664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16" name="Text 14"/>
          <p:cNvSpPr/>
          <p:nvPr/>
        </p:nvSpPr>
        <p:spPr>
          <a:xfrm>
            <a:off x="7655362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50.00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362" y="552664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Demand Zone Index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5843707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Business Recommendations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74356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Action Priorities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4169926"/>
            <a:ext cx="6015395" cy="119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demand: </a:t>
            </a:r>
            <a:r>
              <a:rPr lang="en-US" sz="14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PM – 9 PM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32% unused off-peak capacity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 chargers in high-demand zones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Off-peak pricing to boost utilization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747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2478881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EV charging demand patterns and delivers infrastructure optimization strategies to improve efficiency, reduce wait times, and grow revenue.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223730"/>
            <a:ext cx="30480" cy="1599009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4077891"/>
            <a:ext cx="7556421" cy="2976801"/>
          </a:xfrm>
          <a:prstGeom prst="roundRect">
            <a:avLst>
              <a:gd name="adj" fmla="val 1143"/>
            </a:avLst>
          </a:prstGeom>
          <a:solidFill>
            <a:srgbClr val="E0E0EC"/>
          </a:solidFill>
          <a:ln/>
        </p:spPr>
      </p:sp>
      <p:sp>
        <p:nvSpPr>
          <p:cNvPr id="7" name="Shape 4"/>
          <p:cNvSpPr/>
          <p:nvPr/>
        </p:nvSpPr>
        <p:spPr>
          <a:xfrm>
            <a:off x="793790" y="4077891"/>
            <a:ext cx="3778210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4304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4795123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EDA, Cleaning, Visualization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0" y="4077891"/>
            <a:ext cx="3778210" cy="1669852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4077891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C6C6D2"/>
          </a:solidFill>
          <a:ln/>
        </p:spPr>
      </p:sp>
      <p:sp>
        <p:nvSpPr>
          <p:cNvPr id="12" name="Text 9"/>
          <p:cNvSpPr/>
          <p:nvPr/>
        </p:nvSpPr>
        <p:spPr>
          <a:xfrm>
            <a:off x="4798814" y="4304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SQL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98814" y="4795123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Queries &amp; Aggregations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747742"/>
            <a:ext cx="7556421" cy="1306949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15" name="Shape 12"/>
          <p:cNvSpPr/>
          <p:nvPr/>
        </p:nvSpPr>
        <p:spPr>
          <a:xfrm>
            <a:off x="793790" y="5747742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C6C6D2"/>
          </a:solidFill>
          <a:ln/>
        </p:spPr>
      </p:sp>
      <p:sp>
        <p:nvSpPr>
          <p:cNvPr id="16" name="Text 13"/>
          <p:cNvSpPr/>
          <p:nvPr/>
        </p:nvSpPr>
        <p:spPr>
          <a:xfrm>
            <a:off x="1020604" y="59745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Power BI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20604" y="6464975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Dashboards</a:t>
            </a:r>
            <a:endParaRPr lang="en-US" sz="17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BF7993-468A-9ABE-26C7-BD6873F4D13E}"/>
              </a:ext>
            </a:extLst>
          </p:cNvPr>
          <p:cNvSpPr txBox="1"/>
          <p:nvPr/>
        </p:nvSpPr>
        <p:spPr>
          <a:xfrm>
            <a:off x="824270" y="7415561"/>
            <a:ext cx="3390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- Saniya Shaikh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Microsoft Office PowerPoint</Application>
  <PresentationFormat>Custom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Open Sans</vt:lpstr>
      <vt:lpstr>Arial</vt:lpstr>
      <vt:lpstr>Playfair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Saniya Shaikh</cp:lastModifiedBy>
  <cp:revision>2</cp:revision>
  <dcterms:created xsi:type="dcterms:W3CDTF">2026-04-18T13:18:27Z</dcterms:created>
  <dcterms:modified xsi:type="dcterms:W3CDTF">2026-04-18T13:25:39Z</dcterms:modified>
</cp:coreProperties>
</file>